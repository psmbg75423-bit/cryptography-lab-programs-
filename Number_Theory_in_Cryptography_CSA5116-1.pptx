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Number Theory in Cryptography: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Euclid to Euler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6060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and Network Security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CSA5116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 3 – Technical Presentation (CO1)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 B (192511066)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theory is the study of whole numbers and their properties.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cryptography is built on number theory.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covers divisibility, prime numbers and modular arithmetic.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milestones: Euclid → Fermat → Euler → RSA (1977).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see how these ideas encrypt and decrypt data.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CO1: classical and public-key ciphers for data security.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Divisibility: a divides b if b = k × a.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GCD: the largest number that divides both a and b.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Prime: a number whose only divisors are 1 and itself.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arithmetic: a ≡ b (mod n) means n divides (a − b).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totient φ(n): count of numbers up to n that are coprime to n.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logarithm: finding x from g^x mod p is very hard.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Euclid's Algorithm (GCD)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gcd(a, b) = gcd(b, a mod b); repeat until the remainder is 0.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48 = 2×18 + 12, 18 = 1×12 + 6, 12 = 2×6 + 0, so gcd = 6.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Euclid finds x, y such that ax + by = gcd(a, b).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gcd(a, n) = 1, then x is the modular inverse of a (mod n).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find the RSA private key d.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checks valid keys for the Affine cipher.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Numbers and Factorization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 proved that there are infinitely many primes.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Theorem: every integer &gt; 1 has a unique prime factorization.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two large primes is easy.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Factoring their product is extremely hard.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one-way property gives RSA its security.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primes are found using Fermat and Miller-Rabin tests.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Arithmetic and Classical Ciphers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like a clock: numbers wrap around after n.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cipher: C = (P + k) mod 26.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cipher: C = (aP + b) mod 26, needs gcd(a, 26) = 1.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inverse: a × a⁻¹ ≡ 1 (mod n), e.g. 7 × 3 = 21 ≡ 1 (mod 10).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exponentiation computes a^k mod n quickly.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basis of RSA and Diffie-Hellman.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Totient and Theorem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φ(n) counts numbers from 1 to n that are coprime to n.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prime p: φ(p) = p − 1.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 = p × q: φ(n) = (p − 1)(q − 1).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Fermat: a^(p−1) ≡ 1 (mod p), e.g. 2⁶ mod 7 = 1.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Euler: a^φ(n) ≡ 1 (mod n) if gcd(a, n) = 1, e.g. 3⁴ mod 10 = 1.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theorem is why RSA decryption works.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RSA (Worked Example)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primes p = 3 and q = 11, so n = 33 and φ(n) = 20.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 = 3; then d = 7 since 3 × 7 = 21 ≡ 1 (mod 20).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= (3, 33); private key = (7, 33).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M = 4: C = 4³ mod 33 = 64 mod 33 = 31.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Decrypt: M = 31⁷ mod 33 = 4, the original message.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RSA uses primes of 1024 bits or more.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Applications and Security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Diffie-Hellman: p = 23, g = 5; Alice a = 6, Bob b = 15.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sends 5⁶ mod 23 = 8; Bob sends 5¹⁵ mod 23 = 19.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key: 19⁶ mod 23 = 8¹⁵ mod 23 = 2.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rests on the discrete logarithm problem.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Remainder Theorem speeds up RSA decryption.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weak keys, small primes, quantum computers.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Euclid's GCD gives modular inverses and keys.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numbers provide hard problems for security.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Euler's totient and theorem make RSA work.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arithmetic connects classical and modern ciphers.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larger keys and post-quantum cryptography.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CSA5116 | Cryptography and Network Security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Stallings, Cryptography and Network Security: Principles and Practice, Pearson.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Rivest, A. Shamir, L. Adleman, "A Method for Obtaining Digital Signatures and Public-Key Cryptosystems", 1978.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Number Theory in Cryptography: From Euclid to Euler</dc:title>
  <dc:subject>PptxGenJS Presentation</dc:subject>
  <dc:creator>Ganesh B</dc:creator>
  <cp:lastModifiedBy>Ganesh B</cp:lastModifiedBy>
  <cp:revision>1</cp:revision>
  <dcterms:created xsi:type="dcterms:W3CDTF">2026-10-07T15:10:30Z</dcterms:created>
  <dcterms:modified xsi:type="dcterms:W3CDTF">2026-10-07T15:10:30Z</dcterms:modified>
</cp:coreProperties>
</file>